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-4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85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70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0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55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506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4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562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77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83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02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AAD59-710B-4CF2-BD63-BA821DAA4319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78AC7-1C29-4474-97E5-D1232BF6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28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92001"/>
            <a:ext cx="39338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99592" y="837450"/>
            <a:ext cx="366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800" dirty="0" smtClean="0"/>
              <a:t>Школа</a:t>
            </a:r>
            <a:r>
              <a:rPr lang="en-US" altLang="ko-KR" sz="2800" dirty="0" smtClean="0"/>
              <a:t>(</a:t>
            </a:r>
            <a:r>
              <a:rPr lang="ko-KR" altLang="en-US" sz="2800" dirty="0" err="1" smtClean="0"/>
              <a:t>쉬꼴라</a:t>
            </a:r>
            <a:r>
              <a:rPr lang="en-US" altLang="ko-KR" sz="2800" dirty="0" smtClean="0"/>
              <a:t>)</a:t>
            </a:r>
            <a:r>
              <a:rPr lang="ru-RU" altLang="ko-KR" sz="2800" dirty="0" smtClean="0"/>
              <a:t> </a:t>
            </a:r>
            <a:r>
              <a:rPr lang="en-US" altLang="ko-KR" sz="2800" dirty="0" smtClean="0"/>
              <a:t>: </a:t>
            </a:r>
            <a:r>
              <a:rPr lang="ko-KR" altLang="en-US" sz="2800" dirty="0" smtClean="0"/>
              <a:t>학교</a:t>
            </a:r>
            <a:endParaRPr lang="ko-KR" altLang="en-US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95" y="2132856"/>
            <a:ext cx="32289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118236" y="3130702"/>
            <a:ext cx="3129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ko-KR" sz="2800" dirty="0" smtClean="0"/>
              <a:t>Шина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쉬나</a:t>
            </a:r>
            <a:r>
              <a:rPr lang="en-US" altLang="ko-KR" sz="2800" dirty="0" smtClean="0"/>
              <a:t>)</a:t>
            </a:r>
            <a:r>
              <a:rPr lang="ru-RU" altLang="ko-KR" sz="2800" dirty="0" smtClean="0"/>
              <a:t> : </a:t>
            </a:r>
            <a:r>
              <a:rPr lang="ko-KR" altLang="en-US" sz="2800" dirty="0" smtClean="0"/>
              <a:t>버스</a:t>
            </a:r>
            <a:endParaRPr lang="ko-KR" altLang="en-US" sz="28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435007"/>
            <a:ext cx="19240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1259632" y="5201072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ko-KR" sz="2800" dirty="0" smtClean="0"/>
              <a:t>Парк</a:t>
            </a:r>
            <a:r>
              <a:rPr lang="en-US" altLang="ko-KR" sz="2800" dirty="0" smtClean="0"/>
              <a:t>(</a:t>
            </a:r>
            <a:r>
              <a:rPr lang="ko-KR" altLang="en-US" sz="2800" dirty="0" err="1" smtClean="0"/>
              <a:t>빠르끄</a:t>
            </a:r>
            <a:r>
              <a:rPr lang="en-US" altLang="ko-KR" sz="2800" dirty="0" smtClean="0"/>
              <a:t>)</a:t>
            </a:r>
            <a:r>
              <a:rPr lang="ru-RU" altLang="ko-KR" sz="2800" dirty="0" smtClean="0"/>
              <a:t> : </a:t>
            </a:r>
            <a:r>
              <a:rPr lang="ko-KR" altLang="en-US" sz="2800" dirty="0" smtClean="0"/>
              <a:t>공원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2995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</Words>
  <Application>Microsoft Office PowerPoint</Application>
  <PresentationFormat>화면 슬라이드 쇼(4:3)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Jay</dc:creator>
  <cp:lastModifiedBy>Jay</cp:lastModifiedBy>
  <cp:revision>1</cp:revision>
  <dcterms:created xsi:type="dcterms:W3CDTF">2025-10-26T14:14:44Z</dcterms:created>
  <dcterms:modified xsi:type="dcterms:W3CDTF">2025-10-26T14:23:07Z</dcterms:modified>
</cp:coreProperties>
</file>